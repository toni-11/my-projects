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9CB4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B4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B4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Ridge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Hist Gradient
Boosting</c:v>
                  </c:pt>
                  <c:pt idx="4">
                    <c:v>XGBoost
Regressor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0.83</c:v>
                </c:pt>
                <c:pt idx="2">
                  <c:v>0.9</c:v>
                </c:pt>
                <c:pt idx="3">
                  <c:v>0.92</c:v>
                </c:pt>
                <c:pt idx="4">
                  <c:v>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84048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 — Ames Housing Dataset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028090">
              <a:alpha val="5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370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88620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028090">
              <a:alpha val="5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4370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028090">
              <a:alpha val="5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4370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residential property sale prices using a full supervised ML pipeline on the Ames, Iowa housing dataset.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07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57276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2,930 houses with 79 features — physical dimensions, quality scores, location, and condition attributes.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81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Data Cleaning → Feature Engineering → Model Training → Evaluation → Deployment via Streamlit.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97180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0815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Deliverable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447288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('Enterprise Valuation Engine') supporting both batch CSV upload and interactive single-property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5720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— SalePrice histogram (right-skewed) and boxplot to detect outliers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682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36829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 — Year Built vs SalePrice (line), Gr Liv Area vs SalePrice (scatter)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1638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16382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Analysis — Neighborhood vs SalePrice barplot; House Style countplot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593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39593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— Correlation heatmap across all numeric features (16×12 figure)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1051560"/>
            <a:ext cx="3657600" cy="3749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Correlated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49240" y="1828800"/>
            <a:ext cx="1503889" cy="164592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6276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645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2359152"/>
            <a:ext cx="1517000" cy="164592"/>
          </a:xfrm>
          <a:prstGeom prst="roundRect">
            <a:avLst>
              <a:gd name="adj" fmla="val 22222"/>
            </a:avLst>
          </a:prstGeom>
          <a:solidFill>
            <a:srgbClr val="00A896">
              <a:alpha val="9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1579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Liv Area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Above-grade living sq.ft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889504"/>
            <a:ext cx="1934545" cy="164592"/>
          </a:xfrm>
          <a:prstGeom prst="roundRect">
            <a:avLst>
              <a:gd name="adj" fmla="val 22222"/>
            </a:avLst>
          </a:prstGeom>
          <a:solidFill>
            <a:srgbClr val="00A896">
              <a:alpha val="84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6883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Area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2706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&amp; # of cars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3419856"/>
            <a:ext cx="1341352" cy="164592"/>
          </a:xfrm>
          <a:prstGeom prst="roundRect">
            <a:avLst>
              <a:gd name="adj" fmla="val 22222"/>
            </a:avLst>
          </a:prstGeom>
          <a:solidFill>
            <a:srgbClr val="00A896">
              <a:alpha val="7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218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Bsmt SF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2369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 square footage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3950208"/>
            <a:ext cx="1725459" cy="164592"/>
          </a:xfrm>
          <a:prstGeom prst="roundRect">
            <a:avLst>
              <a:gd name="adj" fmla="val 22222"/>
            </a:avLst>
          </a:prstGeom>
          <a:solidFill>
            <a:srgbClr val="00A896">
              <a:alpha val="6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7490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767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= higher price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4480560"/>
            <a:ext cx="1735326" cy="164592"/>
          </a:xfrm>
          <a:prstGeom prst="roundRect">
            <a:avLst>
              <a:gd name="adj" fmla="val 22222"/>
            </a:avLst>
          </a:prstGeom>
          <a:solidFill>
            <a:srgbClr val="00A896">
              <a:alpha val="6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Qual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297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finish grade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612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124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Cols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362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'Order' &amp; 'PID' — ID-only, no predictive value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612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40680" y="11247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0680" y="13624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rows &amp; reset index for clean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8745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1837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75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&lt;2% NaN cols; median-impute numeric; mode-impute categorical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764792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8745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837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075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ordinal columns → OrdinalEncoder with domain-ordered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78024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5877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551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88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nominal columns → pd.get_dummies (drop_first=True)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78024"/>
            <a:ext cx="41605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5877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2551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788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random_state=42 for reproducibility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191256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3009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264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5021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features — required for Ridge &amp; gradient methods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5303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1005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by Model (higher = better)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897880" y="1051560"/>
            <a:ext cx="2926080" cy="3703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7804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3524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8388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1837944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7804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07808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~$17k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3816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~$26k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386584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Dec. Tree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7804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07808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38160" y="2423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0" y="2935224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7804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07808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3816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43600" y="3483864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E8F4F6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⭐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1780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07808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~$14k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3816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~$20k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943600" y="4032504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E8F4F6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8076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17804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607808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~$14k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138160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989320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models selected by R² — saved to best_model.joblib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Enterprise Valuation Engine (Streamlit App)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Batch Processing Mode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/ Excel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Auto-runs the full preprocessing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883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avg. valuation &amp; total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valuation trend line chart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7124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enriched results CSV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6052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170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Interactive Smart Form Mode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64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Gr Liv Area, Basement, Garage sqft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for quality: Exter, Kitchen, Bsmt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6883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Neighborhood, Year Built, Garage Cars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Air system radio button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7124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price estimate with ±MAE range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18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cached with @st.cache_resource — no retraining on page reload   |   MAE bound: ±$13,945.90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 Gradient Boosting &amp; XGBoost achieved R² ≈ 0.92 — excellent predictive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79-feature Ames dataset required careful ordinal encoding (20 columns) and median imputation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StandardScaler applied before training — critical for Ridge and gradient-based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as a full Streamlit app with batch + interactive modes for real-world usability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953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model persisted with joblib — production-ready inference without retraining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House Price Prediction  ·  Ames Housing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- Team 2</dc:title>
  <dc:subject>PptxGenJS Presentation</dc:subject>
  <dc:creator>PptxGenJS</dc:creator>
  <cp:lastModifiedBy>PptxGenJS</cp:lastModifiedBy>
  <cp:revision>1</cp:revision>
  <dcterms:created xsi:type="dcterms:W3CDTF">2026-06-28T22:39:19Z</dcterms:created>
  <dcterms:modified xsi:type="dcterms:W3CDTF">2026-06-28T22:39:19Z</dcterms:modified>
</cp:coreProperties>
</file>